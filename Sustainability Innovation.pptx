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68" d="100"/>
          <a:sy n="68" d="100"/>
        </p:scale>
        <p:origin x="580" y="2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E7902-E94F-458B-B016-D2E9B097A4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188424-B1FA-4E03-B62E-308A54BBDF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A25F7-9BAD-49C6-A0AF-4038B73AA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567C9-8ABE-4C26-8D98-BAC3552D6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2C2CAF-23EC-4CA4-ACC7-09AC0A42D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847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75A16-9E2A-472E-AE6F-DE5FCE7C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3515D-1FE1-4572-9017-03AF342CF3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0AFBD8-FD43-40E9-86D7-73EEB393C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ED21B-7929-49DB-A322-1B74928A4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569F2-B4EC-4990-BA58-CCEDFD15A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0716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384EA-F4F7-409E-A0B9-DCD16A16E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9A5F02-2086-4679-AE24-D7E3B27D03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0AFEF-298E-4969-9679-DD1BE2984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F08904-C431-4662-AE8B-1C85658DE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6EE2E-5787-45E5-9338-7CE473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301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BF200-006E-4ED9-A2B0-91E3739EB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BA96C-D2FA-4223-BF20-0CEAB16CF8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8E987-30A1-4AAB-A2AB-B4A8B68EA2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1DE6B-4EBF-4BE7-A00D-5A9B0316F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130649-C8D4-4F57-9826-F13D71A8C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729C7-960C-42DE-B148-3BF2B91EE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370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21BF-CE95-4AF1-B31B-99893316F0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7EB60-0193-47B2-99D5-D90A50511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3DC6A5-F631-4214-BC77-1B9A69DDA8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45A72-FBD2-410E-B6E7-96CE1740A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011077-E176-4771-BC91-5890B84D7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4586F3-738B-429B-B6A4-EACE9DA45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623446-82CE-4BEC-AA0B-AA2DEFA28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81FBAF-37C9-4F21-AC28-BF07F524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444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B10A0-DB3C-4DF3-8243-C33E8F77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4B4FE-6BC8-4129-A12B-661ED24B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797FB8-713E-43D2-B43E-A2961F37E1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8D6DE2-7DCE-44A4-8CDB-94B5B6A1C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377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870A87-DC78-4567-911C-9444174B4C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6FE036-904C-401F-976F-A7B02B434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1BE5E-EDE4-46A2-A79C-A06268EC5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2847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A997-BD54-41A3-AC37-EDFAE8C36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65B2A0-5710-4975-BC69-656A27BA6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CC47A5-6390-4627-BB29-EBDBF8D2B5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1EBEE1-5A6A-4EAD-A556-17C255B8A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187D40-41D8-4BE3-82F8-9A2C946A7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FC91F9-ED90-43F7-B321-CE2B4BA7A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1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70EE8-3FBA-44A0-B1F6-8E2E1D3AE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AEA2B-2BA1-40FA-B41B-4F5C613659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A53F20-8FCA-4EBC-A39D-009E3EF7F6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9BED2-C3E8-410C-9DAA-4DEC396DA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B35A6-ABAD-4C57-BC49-84AB01682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F2351C-02C1-4D48-B49C-F08DB1700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102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BD0E4-C6C9-43B5-99AF-C0E26663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AD8499-C018-4914-8CC3-4A1E67482E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1C995-F560-49EA-A657-5099420E6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D36D65-D611-4B4E-AB15-B6C6865E1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A8E7D6-F21E-458B-8701-2D34164C3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458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BD9A7E-6186-4E38-B594-ACBB12C456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5CD126-6256-4D5E-8E90-86CC456EB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3D8A2C-0587-41C8-9CCE-AEDD4074D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2E6DC-F87A-48BD-B7B2-A8A544D2D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F88F7-CA59-4642-8887-FCD6FA3CF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58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976818-5C61-47A4-8E68-1EA51CB22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02B115-1E23-4C6A-B0A2-C269980F8C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27AB4-DDF3-4386-B879-599F8B3392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E0E4D-F967-4889-BC6D-D04914ECA825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1989B-0619-4AAC-A6CD-2AED274119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EA601-E6F6-4592-9ABD-EE1E3DB302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C42DB8-EB88-496F-A9F7-8E9F6664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692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i0EpfSbOJg&amp;t=37s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fsWI8XgQyo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hyperlink" Target="https://www.youtube.com/watch?v=fpwAuIXtPgw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youtube.com/watch?v=-ImeCnh3iNA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1F8A8-9F29-4372-BE61-A2F42D19F2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2330" y="1827039"/>
            <a:ext cx="9144000" cy="1025219"/>
          </a:xfrm>
        </p:spPr>
        <p:txBody>
          <a:bodyPr>
            <a:normAutofit fontScale="90000"/>
          </a:bodyPr>
          <a:lstStyle/>
          <a:p>
            <a:r>
              <a:rPr lang="en-US" dirty="0"/>
              <a:t>Sustainability</a:t>
            </a:r>
            <a:br>
              <a:rPr lang="en-US" dirty="0"/>
            </a:br>
            <a:r>
              <a:rPr lang="en-US" dirty="0"/>
              <a:t>&amp; </a:t>
            </a:r>
            <a:br>
              <a:rPr lang="en-US" dirty="0"/>
            </a:br>
            <a:r>
              <a:rPr lang="en-US" dirty="0"/>
              <a:t>innovation  </a:t>
            </a:r>
          </a:p>
        </p:txBody>
      </p:sp>
      <p:pic>
        <p:nvPicPr>
          <p:cNvPr id="4" name="Picture 2" descr="12,800+ Sustainable Living Icons Stock Illustrations ...">
            <a:extLst>
              <a:ext uri="{FF2B5EF4-FFF2-40B4-BE49-F238E27FC236}">
                <a16:creationId xmlns:a16="http://schemas.microsoft.com/office/drawing/2014/main" id="{CE914F21-F708-47B3-B161-62487AD02E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981" y="2709644"/>
            <a:ext cx="3792698" cy="3792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03942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17B672-0D3D-4AE0-B447-DC316764E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171" y="331706"/>
            <a:ext cx="11537658" cy="615579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2DC5D0D-3E05-4410-9E14-646893CFF557}"/>
              </a:ext>
            </a:extLst>
          </p:cNvPr>
          <p:cNvSpPr txBox="1"/>
          <p:nvPr/>
        </p:nvSpPr>
        <p:spPr>
          <a:xfrm>
            <a:off x="327171" y="6203128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https://www.youtube.com/watch?v=li0EpfSbOJg&amp;t=37s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2535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882595-2B9D-4CDD-AF72-F12B5C362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838" y="329339"/>
            <a:ext cx="11518085" cy="619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17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67A200E-313D-412D-9F20-60514C166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" y="0"/>
            <a:ext cx="1209809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759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ited Nations Sustainable Development Goals: Together we can make “ Sustainable Future” - Key Sustainability">
            <a:extLst>
              <a:ext uri="{FF2B5EF4-FFF2-40B4-BE49-F238E27FC236}">
                <a16:creationId xmlns:a16="http://schemas.microsoft.com/office/drawing/2014/main" id="{A2B85D0F-EE6C-4820-9105-ED17BA3F8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9838" y="0"/>
            <a:ext cx="71723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07588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2754F3C-0AEB-4E81-9D3B-2E277F25C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862" y="288885"/>
            <a:ext cx="11604670" cy="597769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3F57B3-676D-44EA-9B2A-3D7FD722E666}"/>
              </a:ext>
            </a:extLst>
          </p:cNvPr>
          <p:cNvSpPr txBox="1"/>
          <p:nvPr/>
        </p:nvSpPr>
        <p:spPr>
          <a:xfrm>
            <a:off x="390862" y="6384449"/>
            <a:ext cx="609442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https://www.youtube.com/watch?v=jfsWI8XgQyo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90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82EA6-120A-4234-A2EA-F2B32C77E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862" y="281235"/>
            <a:ext cx="10515600" cy="1325563"/>
          </a:xfrm>
        </p:spPr>
        <p:txBody>
          <a:bodyPr/>
          <a:lstStyle/>
          <a:p>
            <a:r>
              <a:rPr lang="en-US" dirty="0"/>
              <a:t>Are Electric Cars Sustainable?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C32454-FEC6-4B9A-B6FA-5DB8B42ACA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31635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 Sometimes, lithium-ion batteries (LIBs) applications are labeled as “zero emissions.” </a:t>
            </a:r>
          </a:p>
          <a:p>
            <a:r>
              <a:rPr lang="en-US" dirty="0"/>
              <a:t>However, the emissions generated in the procurement and production stages of the supply chain are not considered. </a:t>
            </a:r>
          </a:p>
          <a:p>
            <a:r>
              <a:rPr lang="en-US" dirty="0"/>
              <a:t>Battery production is one of the main contributors to emitting greenhouse gas (GHG) emissions through electric vehicle (EV) manufacturing. </a:t>
            </a:r>
          </a:p>
          <a:p>
            <a:r>
              <a:rPr lang="en-US" dirty="0"/>
              <a:t>In this case, recycling of LIBs is recommended to reduce energy consumption and mitigate GHG emissions as well as result in considerable natural resource savings compared to landfills. </a:t>
            </a:r>
          </a:p>
          <a:p>
            <a:r>
              <a:rPr lang="en-US" dirty="0">
                <a:hlinkClick r:id="rId2"/>
              </a:rPr>
              <a:t>https://www.youtube.com/watch?v=fpwAuIXtPgw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MG Comet EV Apple Green With Starry Black Colour - Apple Green With Starry  Black Comet EV Price">
            <a:extLst>
              <a:ext uri="{FF2B5EF4-FFF2-40B4-BE49-F238E27FC236}">
                <a16:creationId xmlns:a16="http://schemas.microsoft.com/office/drawing/2014/main" id="{585CCA24-C55A-4472-BF36-738E71E914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0399" y="159389"/>
            <a:ext cx="3223733" cy="214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417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A6596-CE66-49D0-A6C2-1E0A4E277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block chain technology sustainable ?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A8851-BFB2-4715-A4E1-89E23DC33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Bitcoin energy consumption index is rising primarily because more miners are joining the network, </a:t>
            </a:r>
          </a:p>
          <a:p>
            <a:r>
              <a:rPr lang="en-US" dirty="0"/>
              <a:t>leading to increased computational power needed to solve complex cryptographic puzzles to mine new bitcoins, </a:t>
            </a:r>
          </a:p>
          <a:p>
            <a:r>
              <a:rPr lang="en-US" dirty="0"/>
              <a:t>which translates to higher energy consumption as more mining machines are operating simultaneously to compete for rewards; </a:t>
            </a:r>
          </a:p>
          <a:p>
            <a:r>
              <a:rPr lang="en-US" dirty="0"/>
              <a:t>this phenomenon is amplified when the price of Bitcoin increases, incentivizing more miners to participate</a:t>
            </a:r>
          </a:p>
        </p:txBody>
      </p:sp>
    </p:spTree>
    <p:extLst>
      <p:ext uri="{BB962C8B-B14F-4D97-AF65-F5344CB8AC3E}">
        <p14:creationId xmlns:p14="http://schemas.microsoft.com/office/powerpoint/2010/main" val="142161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ADE2CD-9226-4310-BD8D-D217C3C9F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921" y="453006"/>
            <a:ext cx="11431222" cy="5917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4156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BD7057-E996-4939-9688-0A1191E64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60" y="361522"/>
            <a:ext cx="11679280" cy="6134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6677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27C91-DF30-4204-AF60-DE6F6D579A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sustainability-driven innovations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62F80A-A170-4B0E-9D66-232B3A44E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8776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When you innovate, Consider Sustainability</a:t>
            </a:r>
          </a:p>
          <a:p>
            <a:r>
              <a:rPr lang="en-US" dirty="0"/>
              <a:t>When you work on sustainability, be innovative </a:t>
            </a:r>
          </a:p>
          <a:p>
            <a:r>
              <a:rPr lang="en-US" dirty="0"/>
              <a:t>Technology is not enough </a:t>
            </a:r>
          </a:p>
          <a:p>
            <a:r>
              <a:rPr lang="en-US" dirty="0"/>
              <a:t>Focus on +20 years, not on today</a:t>
            </a:r>
          </a:p>
          <a:p>
            <a:r>
              <a:rPr lang="en-US" dirty="0"/>
              <a:t>Do not forget you are changing the world, leave it better than you found it   </a:t>
            </a:r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r>
              <a:rPr lang="en-US" dirty="0">
                <a:hlinkClick r:id="rId2"/>
              </a:rPr>
              <a:t>https://www.youtube.com/watch?v=-ImeCnh3iNA</a:t>
            </a:r>
            <a:endParaRPr lang="en-US" dirty="0"/>
          </a:p>
          <a:p>
            <a:endParaRPr lang="en-US" dirty="0"/>
          </a:p>
        </p:txBody>
      </p:sp>
      <p:pic>
        <p:nvPicPr>
          <p:cNvPr id="1026" name="Picture 2" descr="12,800+ Sustainable Living Icons Stock Illustrations ...">
            <a:extLst>
              <a:ext uri="{FF2B5EF4-FFF2-40B4-BE49-F238E27FC236}">
                <a16:creationId xmlns:a16="http://schemas.microsoft.com/office/drawing/2014/main" id="{97B0A51C-F5AE-4924-BB9F-26DD81DDA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7813" y="1532651"/>
            <a:ext cx="3792698" cy="37926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4060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1071</TotalTime>
  <Words>275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Sustainability &amp;  innovation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Are Electric Cars Sustainable? </vt:lpstr>
      <vt:lpstr>Is block chain technology sustainable ? </vt:lpstr>
      <vt:lpstr>PowerPoint Presentation</vt:lpstr>
      <vt:lpstr>PowerPoint Presentation</vt:lpstr>
      <vt:lpstr>Tips for sustainability-driven innovations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Sustainability</dc:title>
  <dc:creator>Rijul Chaturvedi</dc:creator>
  <cp:lastModifiedBy>Rijul Chaturvedi</cp:lastModifiedBy>
  <cp:revision>10</cp:revision>
  <dcterms:created xsi:type="dcterms:W3CDTF">2025-03-10T17:04:23Z</dcterms:created>
  <dcterms:modified xsi:type="dcterms:W3CDTF">2025-03-12T10:55:32Z</dcterms:modified>
</cp:coreProperties>
</file>